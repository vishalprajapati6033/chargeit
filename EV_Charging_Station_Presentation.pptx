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 Charging Station Finding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Software Engineering Project Presentation</a:t>
            </a:r>
          </a:p>
          <a:p>
            <a:r>
              <a:t>SRM University – 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platform designed to help EV users find, book, and manage charging stations.</a:t>
            </a:r>
          </a:p>
          <a:p>
            <a:r>
              <a:t>Features: real-time slot availability, booking, route planning.</a:t>
            </a:r>
          </a:p>
          <a:p>
            <a:r>
              <a:t>Modules: User, Admin, Station Owner.</a:t>
            </a:r>
          </a:p>
          <a:p>
            <a:r>
              <a:t>Tech Stack: React.js, Next.js, Firebase, Google Maps API, JWT.</a:t>
            </a:r>
          </a:p>
          <a:p>
            <a:r>
              <a:t>Goal: Improve EV infrastructure access and user convenience.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users face challenges in locating charging stations and planning routes with charging stops.</a:t>
            </a:r>
          </a:p>
          <a:p>
            <a:r>
              <a:t>Lack of real-time data and slot booking causes delays and range anxiety.</a:t>
            </a:r>
          </a:p>
          <a:p>
            <a:r>
              <a:t>Existing apps are fragmented, missing comprehensive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availability via geo-based search</a:t>
            </a:r>
          </a:p>
          <a:p>
            <a:r>
              <a:t>• Queue management through pre-booking</a:t>
            </a:r>
          </a:p>
          <a:p>
            <a:r>
              <a:t>• Efficient trip planning with charging stops</a:t>
            </a:r>
          </a:p>
          <a:p>
            <a:r>
              <a:t>• Scalable for future smart city deployments</a:t>
            </a:r>
          </a:p>
          <a:p>
            <a:r>
              <a:t>• Encourages sustainable transport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Model: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was chosen for its iterative, user-focused development.</a:t>
            </a:r>
          </a:p>
          <a:p>
            <a:r>
              <a:t>Advantages:</a:t>
            </a:r>
          </a:p>
          <a:p>
            <a:r>
              <a:t>- Frequent updates based on feedback</a:t>
            </a:r>
          </a:p>
          <a:p>
            <a:r>
              <a:t>- Quick adaptation to changing needs</a:t>
            </a:r>
          </a:p>
          <a:p>
            <a:r>
              <a:t>- Risk management and early issue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Modules:</a:t>
            </a:r>
          </a:p>
          <a:p>
            <a:r>
              <a:t>• User: Booking, searching, managing EV profiles</a:t>
            </a:r>
          </a:p>
          <a:p>
            <a:r>
              <a:t>• Admin: Station and user management</a:t>
            </a:r>
          </a:p>
          <a:p>
            <a:r>
              <a:t>• Station Owner: Manage availability and bookings</a:t>
            </a:r>
          </a:p>
          <a:p>
            <a:r>
              <a:t>Tech: React.js, Next.js, Firebase, Google Maps API,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Search charging stations</a:t>
            </a:r>
          </a:p>
          <a:p>
            <a:r>
              <a:t>• Real-time slot availability</a:t>
            </a:r>
          </a:p>
          <a:p>
            <a:r>
              <a:t>• Slot booking and cancellations</a:t>
            </a:r>
          </a:p>
          <a:p>
            <a:r>
              <a:t>• Route optimization</a:t>
            </a:r>
          </a:p>
          <a:p>
            <a:r>
              <a:t>• User and Admin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EV Charging Management System enhances EV usage by offering real-time, user-friendly services.</a:t>
            </a:r>
          </a:p>
          <a:p>
            <a:r>
              <a:t>It addresses key issues like long waits and lack of availability data.</a:t>
            </a:r>
          </a:p>
          <a:p>
            <a:r>
              <a:t>A scalable, sustainable solution for smart cities and fleets.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